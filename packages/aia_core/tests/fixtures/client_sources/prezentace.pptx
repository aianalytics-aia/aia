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B6A510-7295-43EC-83B1-7AF25A84AD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BEAF40-4B42-452C-989A-0C709CA397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13FB12C-9024-45DA-ABB0-4CC9717DFC2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Fiktivní ranní nápoj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360000" y="1800000"/>
            <a:ext cx="720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Cíl: porozumět ranním návykům.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Metoda: online panel.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Doporučení: testovat dvě příchutě.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